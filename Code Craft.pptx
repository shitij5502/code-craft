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210" y="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 </a:t>
            </a:r>
            <a:r>
              <a:rPr lang="en-US" sz="48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CRAFT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Shashi Kumar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(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2210992289)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Nikhil(22109921977)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Nikhil Kaushal(2210991980)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Shitij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Kalia(2210992300)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</a:t>
            </a: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Mrs.Preeti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Saini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1134126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Personality assessment is a critical tool in behavioral psychology, human resources, and self-development.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(paper-based tests, static questionnaires) suffer from low engagement, delayed results, and lack of intelligent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Craft addresses these gaps by offering a secure, interactive, and data-driven web platform that delivers real-time personality insights.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D2ED6-5572-97B8-73C2-57CB7BCD5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BF4F1EF-133E-8C87-B1D8-384AD9C26C8C}"/>
              </a:ext>
            </a:extLst>
          </p:cNvPr>
          <p:cNvSpPr txBox="1"/>
          <p:nvPr/>
        </p:nvSpPr>
        <p:spPr>
          <a:xfrm>
            <a:off x="53352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Background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8D314C4D-AC4C-E4B7-0EC8-BD33BDF22257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3797B2C-F625-D471-B675-981C8AD55A4B}"/>
              </a:ext>
            </a:extLst>
          </p:cNvPr>
          <p:cNvSpPr txBox="1"/>
          <p:nvPr/>
        </p:nvSpPr>
        <p:spPr>
          <a:xfrm>
            <a:off x="152640" y="1134126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digital platforms exhibit:</a:t>
            </a:r>
          </a:p>
          <a:p>
            <a:pPr marL="342900" indent="-342900">
              <a:spcBef>
                <a:spcPts val="400"/>
              </a:spcBef>
              <a:buFont typeface="Courier New" panose="02070309020205020404" pitchFamily="49" charset="0"/>
              <a:buChar char="o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Static, non-adaptive question sets</a:t>
            </a:r>
          </a:p>
          <a:p>
            <a:pPr marL="342900" indent="-342900">
              <a:spcBef>
                <a:spcPts val="400"/>
              </a:spcBef>
              <a:buFont typeface="Courier New" panose="02070309020205020404" pitchFamily="49" charset="0"/>
              <a:buChar char="o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Poor user experience and low retention</a:t>
            </a:r>
          </a:p>
          <a:p>
            <a:pPr marL="342900" indent="-342900">
              <a:spcBef>
                <a:spcPts val="400"/>
              </a:spcBef>
              <a:buFont typeface="Courier New" panose="02070309020205020404" pitchFamily="49" charset="0"/>
              <a:buChar char="o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Absence of intelligent response analytics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Inadequate data privacy measures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Growing demand for automated, scalable, and accurate personality assessment in recruitment, education, and self-awareness domains.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integrated solution combining quiz engine, trait prediction, and secure data handling exists in a lightweight web architecture.</a:t>
            </a:r>
            <a:endParaRPr lang="en-US" sz="2400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7223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D6F22-21F8-F05B-B2EB-E31F6AD38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47F6D907-9405-DC62-1FA0-2D62F373C883}"/>
              </a:ext>
            </a:extLst>
          </p:cNvPr>
          <p:cNvSpPr txBox="1"/>
          <p:nvPr/>
        </p:nvSpPr>
        <p:spPr>
          <a:xfrm>
            <a:off x="53352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DFF67A3-C9E5-B6FA-5E2F-2A8EF8A73453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A83DA1F8-282D-816F-F038-9AB6315812AC}"/>
              </a:ext>
            </a:extLst>
          </p:cNvPr>
          <p:cNvSpPr txBox="1"/>
          <p:nvPr/>
        </p:nvSpPr>
        <p:spPr>
          <a:xfrm>
            <a:off x="152640" y="1134126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 full-stack web application for personality prediction.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secure user authentication and role-based access.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interactive, timed quiz module with dynamic question rendering.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meaningful, interpretable personality trait outputs.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responsive UI/UX across devices (desktop, tablet, mobile).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 data privacy and efficient backend processing.</a:t>
            </a:r>
            <a:endParaRPr lang="en-US" sz="2400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8676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A3D1A-A1A1-88B7-45D7-B829ECC16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5117DB58-3AE0-7FCF-3016-D30E6A7BB191}"/>
              </a:ext>
            </a:extLst>
          </p:cNvPr>
          <p:cNvSpPr txBox="1"/>
          <p:nvPr/>
        </p:nvSpPr>
        <p:spPr>
          <a:xfrm>
            <a:off x="15264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F907027-BF01-79EC-A20E-EDE967E30DB1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75930EE8-FE4E-C3FC-03CB-BDAB5C0DA4F4}"/>
              </a:ext>
            </a:extLst>
          </p:cNvPr>
          <p:cNvSpPr txBox="1"/>
          <p:nvPr/>
        </p:nvSpPr>
        <p:spPr>
          <a:xfrm>
            <a:off x="152640" y="1134126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Three-tier full-stack web application.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flow: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&amp; secure login (JWT-based).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Attempt structured personality questionnaire.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response processing via backend algorithms.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 generation of trait analysis report.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components:</a:t>
            </a:r>
          </a:p>
          <a:p>
            <a:pPr marL="457200" indent="-457200">
              <a:spcBef>
                <a:spcPts val="400"/>
              </a:spcBef>
              <a:buFont typeface="Courier New" panose="02070309020205020404" pitchFamily="49" charset="0"/>
              <a:buChar char="o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frontend (React.js)</a:t>
            </a:r>
          </a:p>
          <a:p>
            <a:pPr marL="457200" indent="-457200">
              <a:spcBef>
                <a:spcPts val="400"/>
              </a:spcBef>
              <a:buFont typeface="Courier New" panose="02070309020205020404" pitchFamily="49" charset="0"/>
              <a:buChar char="o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RESTful API backend (Node.js + Express)</a:t>
            </a:r>
          </a:p>
          <a:p>
            <a:pPr marL="457200" indent="-457200">
              <a:spcBef>
                <a:spcPts val="400"/>
              </a:spcBef>
              <a:buFont typeface="Courier New" panose="02070309020205020404" pitchFamily="49" charset="0"/>
              <a:buChar char="o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NoSQL database (MongoDB) for user profiles and responses.</a:t>
            </a:r>
            <a:endParaRPr lang="en-US" sz="2400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6520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7DFD0-202A-5CA0-A205-1EF70F385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EB4ADE67-44AE-3604-A649-95CA5319938B}"/>
              </a:ext>
            </a:extLst>
          </p:cNvPr>
          <p:cNvSpPr txBox="1"/>
          <p:nvPr/>
        </p:nvSpPr>
        <p:spPr>
          <a:xfrm>
            <a:off x="15264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&amp; Functionalities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67A938BD-FBD6-E58F-0C4E-5ADBB4EE30F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BBE47FAD-4865-0EC4-13FC-F35CA3C5CC3B}"/>
              </a:ext>
            </a:extLst>
          </p:cNvPr>
          <p:cNvSpPr txBox="1"/>
          <p:nvPr/>
        </p:nvSpPr>
        <p:spPr>
          <a:xfrm>
            <a:off x="152640" y="1134126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 hashing, session management.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Quiz Engine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Sequential or random question delivery.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Result Processing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manual intervention.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 UI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Mobile-first design using modern CSS frameworks.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data encrypted at rest and in transit.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Visualization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Graphical representation of personality dimensions (e.g., bar charts, radar plots).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964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47B1E-CC3A-67F7-23B8-1F5CC081B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6150FB0-DC5B-DA86-90E8-303FF9B9D2CF}"/>
              </a:ext>
            </a:extLst>
          </p:cNvPr>
          <p:cNvSpPr txBox="1"/>
          <p:nvPr/>
        </p:nvSpPr>
        <p:spPr>
          <a:xfrm>
            <a:off x="15264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5361B10C-000D-5AF1-8EFF-0F4196F7A9E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49E343A-278D-FAC0-FF25-6A4F3CE28640}"/>
              </a:ext>
            </a:extLst>
          </p:cNvPr>
          <p:cNvSpPr txBox="1"/>
          <p:nvPr/>
        </p:nvSpPr>
        <p:spPr>
          <a:xfrm>
            <a:off x="305280" y="115851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400"/>
              </a:spcBef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&amp; Methodology</a:t>
            </a:r>
          </a:p>
          <a:p>
            <a:pPr>
              <a:spcBef>
                <a:spcPts val="400"/>
              </a:spcBef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	            Technology</a:t>
            </a:r>
          </a:p>
          <a:p>
            <a:pPr>
              <a:spcBef>
                <a:spcPts val="400"/>
              </a:spcBef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	React.js, Axios, React Router DOM</a:t>
            </a:r>
          </a:p>
          <a:p>
            <a:pPr>
              <a:spcBef>
                <a:spcPts val="400"/>
              </a:spcBef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	Node.js, Express.js, JWT, </a:t>
            </a:r>
            <a:r>
              <a:rPr lang="en-US" sz="2400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	MongoDB (Atlas / Local)</a:t>
            </a:r>
          </a:p>
          <a:p>
            <a:pPr>
              <a:spcBef>
                <a:spcPts val="400"/>
              </a:spcBef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	Vite / Create React App, NPM, Git</a:t>
            </a:r>
          </a:p>
          <a:p>
            <a:pPr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Agile-based iterative development, modular code structure.</a:t>
            </a:r>
          </a:p>
        </p:txBody>
      </p:sp>
    </p:spTree>
    <p:extLst>
      <p:ext uri="{BB962C8B-B14F-4D97-AF65-F5344CB8AC3E}">
        <p14:creationId xmlns:p14="http://schemas.microsoft.com/office/powerpoint/2010/main" val="680951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50207-3DAD-EFDB-6C8C-153AA3D90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09BB800-F644-5490-CB4B-D8120A42B7B2}"/>
              </a:ext>
            </a:extLst>
          </p:cNvPr>
          <p:cNvSpPr txBox="1"/>
          <p:nvPr/>
        </p:nvSpPr>
        <p:spPr>
          <a:xfrm>
            <a:off x="15264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&amp; Benefits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E09E9661-7AD0-EC28-6CF0-1F9CA498AFE7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24D7001D-CF6C-C230-CF83-D8F2C9E04BEE}"/>
              </a:ext>
            </a:extLst>
          </p:cNvPr>
          <p:cNvSpPr txBox="1"/>
          <p:nvPr/>
        </p:nvSpPr>
        <p:spPr>
          <a:xfrm>
            <a:off x="305280" y="115851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400"/>
              </a:spcBef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Fully functional personality prediction web application.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prediction response time &lt; 2 seconds.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99%+ uptime for deployed demo instance.</a:t>
            </a:r>
          </a:p>
          <a:p>
            <a:pPr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individuals: Enhanced self-awareness, career guidance.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organizations: Streamlined preliminary screening during recruitment.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academia: Demonstrates full-stack implementation of psychological assessment models.</a:t>
            </a:r>
          </a:p>
        </p:txBody>
      </p:sp>
    </p:spTree>
    <p:extLst>
      <p:ext uri="{BB962C8B-B14F-4D97-AF65-F5344CB8AC3E}">
        <p14:creationId xmlns:p14="http://schemas.microsoft.com/office/powerpoint/2010/main" val="2220011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C53D0-3E3F-12E1-F74C-F0507BDFD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9DEEB07-E621-4F37-E90A-55E6AB01D089}"/>
              </a:ext>
            </a:extLst>
          </p:cNvPr>
          <p:cNvSpPr txBox="1"/>
          <p:nvPr/>
        </p:nvSpPr>
        <p:spPr>
          <a:xfrm>
            <a:off x="15264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&amp; Benefits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8FB12F0E-0E6E-C18D-AD38-99C6AE0C15E5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00CFD201-E390-9061-8355-76C51F6F18F2}"/>
              </a:ext>
            </a:extLst>
          </p:cNvPr>
          <p:cNvSpPr txBox="1"/>
          <p:nvPr/>
        </p:nvSpPr>
        <p:spPr>
          <a:xfrm>
            <a:off x="305280" y="115851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Integration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 prediction accuracy using supervised learning models (Random Forest, </a:t>
            </a:r>
            <a:r>
              <a:rPr lang="en-US" sz="2400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Expanded Trait Models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additional frameworks such as Big Five (OCEAN), MBTI, or DISC profiling.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&amp; Export Support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 regional language quizzes and PDF/email result sharing.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Analytics Dashboard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aggregated reports and candidate comparison for organizational clients.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– </a:t>
            </a: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cross-platform native apps (React Native / Flutter) for enhanced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3677867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34793</TotalTime>
  <Words>625</Words>
  <Application>Microsoft Office PowerPoint</Application>
  <PresentationFormat>On-screen Show (4:3)</PresentationFormat>
  <Paragraphs>97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Jatin Jangra</cp:lastModifiedBy>
  <cp:revision>2300</cp:revision>
  <dcterms:created xsi:type="dcterms:W3CDTF">2010-04-09T07:36:15Z</dcterms:created>
  <dcterms:modified xsi:type="dcterms:W3CDTF">2026-05-14T04:48:42Z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